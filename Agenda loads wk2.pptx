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65" r:id="rId11"/>
    <p:sldId id="266" r:id="rId12"/>
    <p:sldId id="270" r:id="rId13"/>
    <p:sldId id="268" r:id="rId14"/>
    <p:sldId id="269" r:id="rId15"/>
    <p:sldId id="271" r:id="rId16"/>
    <p:sldId id="274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58F61-6371-5A9D-E608-B8306F2B5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749A6A-B4F5-14EA-DE14-E13FBCDF0F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E7E2F-6E2D-13E7-C11C-D0C7EE061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6E75-D521-4B66-9EAE-EACF42509F2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22DCD-B5E0-5C82-7AAB-5F19B910A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491B4-50B8-00A3-0AC4-0F0D01878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3B9D-89BB-4F4F-B32E-41F02741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24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BFDB-6826-7F5C-B2A3-F712BCB83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6CC42-FF38-8A90-020F-CD29EDEC7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F9C87-BEE6-EA47-0115-51E823F44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6E75-D521-4B66-9EAE-EACF42509F2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22956-29BE-66A0-6B04-41301E079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DD2F4-EDDB-0F34-16E5-623F4FAEA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3B9D-89BB-4F4F-B32E-41F02741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82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ED41B-5A39-159C-5777-2A56457A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874A1-E3D1-55B5-D0F5-2A58AA6E8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C2572-D372-6988-0412-15A9A1920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6E75-D521-4B66-9EAE-EACF42509F2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A2967-1BAD-96A5-0F38-F8B7FF56A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19DF9-2697-27B8-4C60-1460E7C7C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3B9D-89BB-4F4F-B32E-41F02741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69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27010-FA65-5E3B-02D1-520EC8D39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9EB02-2C7B-C3C1-B060-C66B7CA011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3AA378-CD81-D0E5-A10F-2E6BE3DAB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42C936-7926-AA83-FF55-C0AA77388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6E75-D521-4B66-9EAE-EACF42509F2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E9074-BB4D-E063-E643-93DA76BFA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C2F69-A99D-D351-8A3F-84DC1C342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3B9D-89BB-4F4F-B32E-41F02741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011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AEB9A-EFDD-2822-9BAD-FE97A5763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1361E-2B55-B5A1-D976-00403F8B0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9CA5FA-F55E-E5F4-66E4-C3E26D79A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020AD4-B717-4C9E-2334-2C528B95E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46C157-056D-3B60-8522-E6C20CD1F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55B575-75D2-06F5-DA19-F58E11B37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6E75-D521-4B66-9EAE-EACF42509F2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49CEB8-7E2A-A6DC-7E14-B934C7E7B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C39632-99AA-A8A5-DC6C-62FA2F878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3B9D-89BB-4F4F-B32E-41F02741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894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8A73A-864D-8F9F-AF7B-1C8113C69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1ED34D-CBED-26FF-A494-90F3529D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6E75-D521-4B66-9EAE-EACF42509F2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8597BD-FEC8-ED58-149E-69D818E10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C21ED5-62F6-C061-F745-17639F14B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3B9D-89BB-4F4F-B32E-41F02741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829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98D192-61B4-8A1B-8029-357AB8A4B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6E75-D521-4B66-9EAE-EACF42509F2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208DC9-104B-B5AD-BB97-494BC294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F8B19-FDF4-57C4-8433-D0765CDD0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3B9D-89BB-4F4F-B32E-41F02741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099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CBF74-27E4-ACF7-21F2-926869B16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19DD-7790-13AB-EB59-462CD5926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39F56B-8B10-13DD-7987-554373DD1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BFFE-A39A-BBAA-62D8-73233ED8D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6E75-D521-4B66-9EAE-EACF42509F2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843A8-285A-070E-4A06-03EE98CC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A8992-7695-BA8C-D0DA-94D1A4B40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3B9D-89BB-4F4F-B32E-41F02741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9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2F28C-E862-9648-5EA7-68AD69772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DB4D93-8804-2854-8559-9BEEFAEEA0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0AFA4-F31C-FEA8-BA50-562323B1F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6240A1-29C7-5B49-217E-D5392CDF2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6E75-D521-4B66-9EAE-EACF42509F2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9EE67-D046-F73B-C812-717A9EF3C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89812-A083-E452-E813-3CCD77DA3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3B9D-89BB-4F4F-B32E-41F02741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24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37514-7045-17F7-D8BB-40D6A5DC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57D45A-3CC8-DEA3-0A61-65BCD6831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DAFD9-1E62-E389-11C6-844308FD2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6E75-D521-4B66-9EAE-EACF42509F2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A1E4E-0B6C-41B1-4D74-49636F57A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71F99-91A8-3015-E8AD-BF77533C5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3B9D-89BB-4F4F-B32E-41F02741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1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221DAF-0AE1-E1B0-ACEF-BDD2FCDC35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B20E6-04EB-E8B3-382A-B3D9D89F4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EB893-EA53-3F00-3F43-6593DE321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6E75-D521-4B66-9EAE-EACF42509F2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E1DFA-303D-DBD2-1B5E-1AC5C96A4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11CD4-96A4-6B93-56C4-7429DE842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3B9D-89BB-4F4F-B32E-41F02741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82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CC244D-A4CD-DE4C-CE7D-CFBD47748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960B3-7F01-704D-E40A-AEAA148DA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9741E-1E43-D1F5-AB3B-2C8C18B631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C6E75-D521-4B66-9EAE-EACF42509F2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4A482-20EB-7866-DE63-A7F23EE496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04E74-71B8-A476-EE45-D31289058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43B9D-89BB-4F4F-B32E-41F02741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67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oneypuck.com/stats.htm" TargetMode="External"/><Relationship Id="rId2" Type="http://schemas.openxmlformats.org/officeDocument/2006/relationships/hyperlink" Target="https://peter-tanner.com/moneypuck/downloads/shots_2021.zi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F3713-E9DE-D042-C33C-C9E314B06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430D6-9419-8E1E-D6FC-1024C69C4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Week 2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Load instructions for each of these</a:t>
            </a:r>
          </a:p>
          <a:p>
            <a:pPr marL="800100" lvl="1" indent="-3429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tabLst>
                <a:tab pos="457200" algn="l"/>
              </a:tabLst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Not detailed load instructions. Screenshots of what you should see when you load these files. </a:t>
            </a:r>
          </a:p>
          <a:p>
            <a:pPr marL="800100" lvl="1" indent="-3429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tabLst>
                <a:tab pos="457200" algn="l"/>
              </a:tabLst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If you have any questions let me know. 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Shot data – this is a CSV file type. </a:t>
            </a:r>
          </a:p>
          <a:p>
            <a:pPr marL="800100" lvl="1" indent="-3429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tabLst>
                <a:tab pos="4572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The rest are Excel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Salaries 1000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Records + Salary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Attendance Data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Revenue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946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04EAF-F26F-98E8-578F-BE76FA2A5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CAF8E-8806-8DD9-45BB-92AD2A145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Instructions for loading data into Tableau. Along with screenshots of what it should look like.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https://peter-tanner.com/moneypuck/downloads/shots_2021.zip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above will download a zip file.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Move the file to somewhere that relates to BIA 640 Data Visualization.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Unzip it.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will be a shots_2021.csv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Since you should have already loaded the SuperStore.csv file into Tableau, this is the same thing.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could use this website that just has players.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https://moneypuck.com/stats.htm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is a copy and paste but might make life easier.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show the rest of these files getting loaded into Tableau. I think for Week2, pictures of the data being loaded into Tableau are enough. I will look at the instructions again.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comments are after the screenshots.</a:t>
            </a:r>
          </a:p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043187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6CF3A3-2322-5289-A170-F0A2208AE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43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2F13B-60D5-7B2A-3CF8-F162D5D46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ShotsOut.csv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5CAFC-EC83-3B79-4FD8-CD6E01DE3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ShotsOut.csv is a file I create that has what part of the ice the shots and goals take place. Don’t worry about it.</a:t>
            </a:r>
          </a:p>
          <a:p>
            <a:r>
              <a:rPr lang="en-US" dirty="0"/>
              <a:t>Minor note. CSV files cannot have multiple tabs. Tableau anticipates various files because of that. That is why Tableau lists all the CSV files in a folder. </a:t>
            </a:r>
          </a:p>
          <a:p>
            <a:r>
              <a:rPr lang="en-US" dirty="0"/>
              <a:t>You will not have that file unless we create it on your machine.</a:t>
            </a:r>
          </a:p>
          <a:p>
            <a:r>
              <a:rPr lang="en-US" dirty="0"/>
              <a:t>But it does demonstrate how Tableau sees all the file types you have asked for in the folder. </a:t>
            </a:r>
          </a:p>
        </p:txBody>
      </p:sp>
    </p:spTree>
    <p:extLst>
      <p:ext uri="{BB962C8B-B14F-4D97-AF65-F5344CB8AC3E}">
        <p14:creationId xmlns:p14="http://schemas.microsoft.com/office/powerpoint/2010/main" val="3433705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6AD41C-37FB-930C-E606-5656D56A7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45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5CAFA-2FC4-412B-E8CA-243EF1A1D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74409-E23A-6D43-36A6-7C7F08B52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previous slide shows what it looks like with the data you just loaded. </a:t>
            </a:r>
          </a:p>
          <a:p>
            <a:r>
              <a:rPr lang="en-US" dirty="0"/>
              <a:t>I going to send along a data dictionary which you could download from MoneyPuck.com. </a:t>
            </a:r>
          </a:p>
          <a:p>
            <a:r>
              <a:rPr lang="en-US" dirty="0"/>
              <a:t>It defines what each of the fields is for.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793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3952C4-D5FA-EA74-5566-B3638F6A4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408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F5752-2589-C438-5959-FE9B98ED0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Salaries 1000.xlxs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B08B1-C46A-D8BB-E861-4A80E162B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previous slide shows what loading the data raw would look like.</a:t>
            </a:r>
          </a:p>
          <a:p>
            <a:r>
              <a:rPr lang="en-US" dirty="0"/>
              <a:t>We could fix it in Tableau with calculated fields. But it would probably be better to clean the data in Excel.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173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C1001B-28B3-9D0F-03B7-166401AAE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318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ECDD7A-CAE1-3EEC-73B4-A1FD29DF1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24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2B73B-D7ED-CCF0-4A70-CA9A8202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Salary + </a:t>
            </a:r>
            <a:r>
              <a:rPr lang="en-US" dirty="0" err="1"/>
              <a:t>Records.xlxs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B43C9-602F-271C-3AA9-2A4B67986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Notice how the two sheets show up. Tableau understands Excel tabs. </a:t>
            </a:r>
          </a:p>
          <a:p>
            <a:r>
              <a:rPr lang="en-US" dirty="0"/>
              <a:t>Salary should be changed to Salary total by the team. That wasn’t necessary for the previous class. </a:t>
            </a:r>
          </a:p>
          <a:p>
            <a:r>
              <a:rPr lang="en-US" dirty="0"/>
              <a:t>Things of note:</a:t>
            </a:r>
          </a:p>
          <a:p>
            <a:pPr lvl="1"/>
            <a:r>
              <a:rPr lang="en-US" dirty="0"/>
              <a:t>Probably won’t use this file. It gives us the Salary by team, which might be something we use. </a:t>
            </a:r>
          </a:p>
          <a:p>
            <a:pPr lvl="1"/>
            <a:r>
              <a:rPr lang="en-US" dirty="0"/>
              <a:t>The relationship between the two sheets was not picked up automatically. It had to be created manually. </a:t>
            </a:r>
          </a:p>
        </p:txBody>
      </p:sp>
    </p:spTree>
    <p:extLst>
      <p:ext uri="{BB962C8B-B14F-4D97-AF65-F5344CB8AC3E}">
        <p14:creationId xmlns:p14="http://schemas.microsoft.com/office/powerpoint/2010/main" val="3638093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D09BA9-4771-DA14-4185-7030A448A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970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62872C-4484-4A69-1FFD-9780BB226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684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94F07-45AE-09D6-7954-2785C34C2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Attendance.xlxs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B2FB0-0B47-3B0A-839B-6F2E2D989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file will also require cleaning.</a:t>
            </a:r>
          </a:p>
          <a:p>
            <a:r>
              <a:rPr lang="en-US" dirty="0"/>
              <a:t>This file is an example of an Excel file created for people.</a:t>
            </a:r>
          </a:p>
          <a:p>
            <a:pPr lvl="1"/>
            <a:r>
              <a:rPr lang="en-US" dirty="0"/>
              <a:t>It is a copy and paste from a website.  </a:t>
            </a:r>
          </a:p>
        </p:txBody>
      </p:sp>
    </p:spTree>
    <p:extLst>
      <p:ext uri="{BB962C8B-B14F-4D97-AF65-F5344CB8AC3E}">
        <p14:creationId xmlns:p14="http://schemas.microsoft.com/office/powerpoint/2010/main" val="3136397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52283-19D5-B90E-49DE-118E4477C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C5776-30F6-B071-5D6F-292A27758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1AFC5D-B130-F91E-2EEB-18BEF8D66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40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52283-19D5-B90E-49DE-118E4477C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C5776-30F6-B071-5D6F-292A27758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73F068-6B67-77C2-5460-F7C4548E5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09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0E4C2-686F-C2F6-2B65-65531DC23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Revenue.xlxs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FCACA-7AD7-CFAA-5FA9-3D0A93BAC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 that Tableau understood this spreadsheet. The spreadsheet didn’t have row 1, which confused Tableau. </a:t>
            </a:r>
          </a:p>
        </p:txBody>
      </p:sp>
    </p:spTree>
    <p:extLst>
      <p:ext uri="{BB962C8B-B14F-4D97-AF65-F5344CB8AC3E}">
        <p14:creationId xmlns:p14="http://schemas.microsoft.com/office/powerpoint/2010/main" val="4239214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533</Words>
  <Application>Microsoft Office PowerPoint</Application>
  <PresentationFormat>Widescreen</PresentationFormat>
  <Paragraphs>48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Agenda</vt:lpstr>
      <vt:lpstr>Week 2</vt:lpstr>
      <vt:lpstr>PowerPoint Presentation</vt:lpstr>
      <vt:lpstr>ShotsOut.csv</vt:lpstr>
      <vt:lpstr>PowerPoint Presentation</vt:lpstr>
      <vt:lpstr>Worksheet</vt:lpstr>
      <vt:lpstr>PowerPoint Presentation</vt:lpstr>
      <vt:lpstr>Salaries 1000.xlxs</vt:lpstr>
      <vt:lpstr>PowerPoint Presentation</vt:lpstr>
      <vt:lpstr>PowerPoint Presentation</vt:lpstr>
      <vt:lpstr>Salary + Records.xlxs</vt:lpstr>
      <vt:lpstr>PowerPoint Presentation</vt:lpstr>
      <vt:lpstr>PowerPoint Presentation</vt:lpstr>
      <vt:lpstr>Attendance.xlxs</vt:lpstr>
      <vt:lpstr>PowerPoint Presentation</vt:lpstr>
      <vt:lpstr>PowerPoint Presentation</vt:lpstr>
      <vt:lpstr>Revenue.xlxs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creator>Rudy Rose</dc:creator>
  <cp:lastModifiedBy>Rudy Rose</cp:lastModifiedBy>
  <cp:revision>1</cp:revision>
  <dcterms:created xsi:type="dcterms:W3CDTF">2022-06-28T15:30:56Z</dcterms:created>
  <dcterms:modified xsi:type="dcterms:W3CDTF">2022-06-28T17:06:57Z</dcterms:modified>
</cp:coreProperties>
</file>