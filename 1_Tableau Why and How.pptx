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Rose" userId="32928cb66e19dc98" providerId="LiveId" clId="{75E9E9E1-BFD1-42AE-9E87-DBC8C0895992}"/>
    <pc:docChg chg="undo custSel addSld modSld sldOrd">
      <pc:chgData name="Rudy Rose" userId="32928cb66e19dc98" providerId="LiveId" clId="{75E9E9E1-BFD1-42AE-9E87-DBC8C0895992}" dt="2021-08-27T05:04:09.152" v="6971" actId="20577"/>
      <pc:docMkLst>
        <pc:docMk/>
      </pc:docMkLst>
      <pc:sldChg chg="modSp mod">
        <pc:chgData name="Rudy Rose" userId="32928cb66e19dc98" providerId="LiveId" clId="{75E9E9E1-BFD1-42AE-9E87-DBC8C0895992}" dt="2021-08-27T01:49:33.572" v="6600" actId="20577"/>
        <pc:sldMkLst>
          <pc:docMk/>
          <pc:sldMk cId="259781455" sldId="256"/>
        </pc:sldMkLst>
        <pc:spChg chg="mod">
          <ac:chgData name="Rudy Rose" userId="32928cb66e19dc98" providerId="LiveId" clId="{75E9E9E1-BFD1-42AE-9E87-DBC8C0895992}" dt="2021-07-09T04:22:02.817" v="3844" actId="20577"/>
          <ac:spMkLst>
            <pc:docMk/>
            <pc:sldMk cId="259781455" sldId="256"/>
            <ac:spMk id="2" creationId="{778A762F-8409-41BC-8B0A-36996E3EABD7}"/>
          </ac:spMkLst>
        </pc:spChg>
        <pc:spChg chg="mod">
          <ac:chgData name="Rudy Rose" userId="32928cb66e19dc98" providerId="LiveId" clId="{75E9E9E1-BFD1-42AE-9E87-DBC8C0895992}" dt="2021-08-27T01:49:33.572" v="6600" actId="20577"/>
          <ac:spMkLst>
            <pc:docMk/>
            <pc:sldMk cId="259781455" sldId="256"/>
            <ac:spMk id="3" creationId="{D705EC68-2807-439B-881F-2CD7B1172FB1}"/>
          </ac:spMkLst>
        </pc:spChg>
      </pc:sldChg>
      <pc:sldChg chg="modSp new mod">
        <pc:chgData name="Rudy Rose" userId="32928cb66e19dc98" providerId="LiveId" clId="{75E9E9E1-BFD1-42AE-9E87-DBC8C0895992}" dt="2021-07-10T17:19:39.269" v="5941" actId="20577"/>
        <pc:sldMkLst>
          <pc:docMk/>
          <pc:sldMk cId="3916977430" sldId="257"/>
        </pc:sldMkLst>
        <pc:spChg chg="mod">
          <ac:chgData name="Rudy Rose" userId="32928cb66e19dc98" providerId="LiveId" clId="{75E9E9E1-BFD1-42AE-9E87-DBC8C0895992}" dt="2021-07-08T22:35:08.175" v="6" actId="20577"/>
          <ac:spMkLst>
            <pc:docMk/>
            <pc:sldMk cId="3916977430" sldId="257"/>
            <ac:spMk id="2" creationId="{653D1BFF-DF36-49A7-9A4B-D772D4D9DC10}"/>
          </ac:spMkLst>
        </pc:spChg>
        <pc:spChg chg="mod">
          <ac:chgData name="Rudy Rose" userId="32928cb66e19dc98" providerId="LiveId" clId="{75E9E9E1-BFD1-42AE-9E87-DBC8C0895992}" dt="2021-07-10T17:19:39.269" v="5941" actId="20577"/>
          <ac:spMkLst>
            <pc:docMk/>
            <pc:sldMk cId="3916977430" sldId="257"/>
            <ac:spMk id="3" creationId="{B4533D1A-4CA6-4F65-B115-C1FAA9FDEBB3}"/>
          </ac:spMkLst>
        </pc:spChg>
      </pc:sldChg>
      <pc:sldChg chg="modSp new mod">
        <pc:chgData name="Rudy Rose" userId="32928cb66e19dc98" providerId="LiveId" clId="{75E9E9E1-BFD1-42AE-9E87-DBC8C0895992}" dt="2021-07-10T17:21:46.596" v="6107" actId="33524"/>
        <pc:sldMkLst>
          <pc:docMk/>
          <pc:sldMk cId="2183266581" sldId="258"/>
        </pc:sldMkLst>
        <pc:spChg chg="mod">
          <ac:chgData name="Rudy Rose" userId="32928cb66e19dc98" providerId="LiveId" clId="{75E9E9E1-BFD1-42AE-9E87-DBC8C0895992}" dt="2021-07-09T05:11:52.982" v="4700" actId="20577"/>
          <ac:spMkLst>
            <pc:docMk/>
            <pc:sldMk cId="2183266581" sldId="258"/>
            <ac:spMk id="2" creationId="{14C4FA4C-8474-47B7-938F-1A4059214CD2}"/>
          </ac:spMkLst>
        </pc:spChg>
        <pc:spChg chg="mod">
          <ac:chgData name="Rudy Rose" userId="32928cb66e19dc98" providerId="LiveId" clId="{75E9E9E1-BFD1-42AE-9E87-DBC8C0895992}" dt="2021-07-10T17:21:46.596" v="6107" actId="33524"/>
          <ac:spMkLst>
            <pc:docMk/>
            <pc:sldMk cId="2183266581" sldId="258"/>
            <ac:spMk id="3" creationId="{67AD26CB-F919-4CD7-B325-B74B88C72A0A}"/>
          </ac:spMkLst>
        </pc:spChg>
      </pc:sldChg>
      <pc:sldChg chg="modSp new mod">
        <pc:chgData name="Rudy Rose" userId="32928cb66e19dc98" providerId="LiveId" clId="{75E9E9E1-BFD1-42AE-9E87-DBC8C0895992}" dt="2021-08-27T05:04:09.152" v="6971" actId="20577"/>
        <pc:sldMkLst>
          <pc:docMk/>
          <pc:sldMk cId="2401888157" sldId="259"/>
        </pc:sldMkLst>
        <pc:spChg chg="mod">
          <ac:chgData name="Rudy Rose" userId="32928cb66e19dc98" providerId="LiveId" clId="{75E9E9E1-BFD1-42AE-9E87-DBC8C0895992}" dt="2021-07-08T22:48:26.767" v="1548" actId="20577"/>
          <ac:spMkLst>
            <pc:docMk/>
            <pc:sldMk cId="2401888157" sldId="259"/>
            <ac:spMk id="2" creationId="{83E80471-7059-466D-97B5-4061C457959E}"/>
          </ac:spMkLst>
        </pc:spChg>
        <pc:spChg chg="mod">
          <ac:chgData name="Rudy Rose" userId="32928cb66e19dc98" providerId="LiveId" clId="{75E9E9E1-BFD1-42AE-9E87-DBC8C0895992}" dt="2021-08-27T05:04:09.152" v="6971" actId="20577"/>
          <ac:spMkLst>
            <pc:docMk/>
            <pc:sldMk cId="2401888157" sldId="259"/>
            <ac:spMk id="3" creationId="{C3845DE2-101D-4331-BEEF-4BCA3BA5316E}"/>
          </ac:spMkLst>
        </pc:spChg>
      </pc:sldChg>
      <pc:sldChg chg="modSp new mod">
        <pc:chgData name="Rudy Rose" userId="32928cb66e19dc98" providerId="LiveId" clId="{75E9E9E1-BFD1-42AE-9E87-DBC8C0895992}" dt="2021-07-09T05:19:31.994" v="5160" actId="20577"/>
        <pc:sldMkLst>
          <pc:docMk/>
          <pc:sldMk cId="1306557403" sldId="260"/>
        </pc:sldMkLst>
        <pc:spChg chg="mod">
          <ac:chgData name="Rudy Rose" userId="32928cb66e19dc98" providerId="LiveId" clId="{75E9E9E1-BFD1-42AE-9E87-DBC8C0895992}" dt="2021-07-08T22:54:31.305" v="2209" actId="20577"/>
          <ac:spMkLst>
            <pc:docMk/>
            <pc:sldMk cId="1306557403" sldId="260"/>
            <ac:spMk id="2" creationId="{4EF37654-CDD2-4F06-A4D7-9B17D002F21E}"/>
          </ac:spMkLst>
        </pc:spChg>
        <pc:spChg chg="mod">
          <ac:chgData name="Rudy Rose" userId="32928cb66e19dc98" providerId="LiveId" clId="{75E9E9E1-BFD1-42AE-9E87-DBC8C0895992}" dt="2021-07-09T05:19:31.994" v="5160" actId="20577"/>
          <ac:spMkLst>
            <pc:docMk/>
            <pc:sldMk cId="1306557403" sldId="260"/>
            <ac:spMk id="3" creationId="{8C795AA6-B25D-4F54-B75A-02320183038D}"/>
          </ac:spMkLst>
        </pc:spChg>
      </pc:sldChg>
      <pc:sldChg chg="modSp new mod">
        <pc:chgData name="Rudy Rose" userId="32928cb66e19dc98" providerId="LiveId" clId="{75E9E9E1-BFD1-42AE-9E87-DBC8C0895992}" dt="2021-07-10T17:27:44.595" v="6491" actId="20577"/>
        <pc:sldMkLst>
          <pc:docMk/>
          <pc:sldMk cId="3541089170" sldId="261"/>
        </pc:sldMkLst>
        <pc:spChg chg="mod">
          <ac:chgData name="Rudy Rose" userId="32928cb66e19dc98" providerId="LiveId" clId="{75E9E9E1-BFD1-42AE-9E87-DBC8C0895992}" dt="2021-07-08T23:01:13.869" v="3045" actId="20577"/>
          <ac:spMkLst>
            <pc:docMk/>
            <pc:sldMk cId="3541089170" sldId="261"/>
            <ac:spMk id="2" creationId="{2088CCD4-1A1E-4439-82D1-80B7E78757D7}"/>
          </ac:spMkLst>
        </pc:spChg>
        <pc:spChg chg="mod">
          <ac:chgData name="Rudy Rose" userId="32928cb66e19dc98" providerId="LiveId" clId="{75E9E9E1-BFD1-42AE-9E87-DBC8C0895992}" dt="2021-07-10T17:27:44.595" v="6491" actId="20577"/>
          <ac:spMkLst>
            <pc:docMk/>
            <pc:sldMk cId="3541089170" sldId="261"/>
            <ac:spMk id="3" creationId="{FF9A0570-8679-46A6-A91E-6B228D4FE8DB}"/>
          </ac:spMkLst>
        </pc:spChg>
      </pc:sldChg>
      <pc:sldChg chg="modSp new mod ord">
        <pc:chgData name="Rudy Rose" userId="32928cb66e19dc98" providerId="LiveId" clId="{75E9E9E1-BFD1-42AE-9E87-DBC8C0895992}" dt="2021-08-27T05:02:55.963" v="6959" actId="20577"/>
        <pc:sldMkLst>
          <pc:docMk/>
          <pc:sldMk cId="4143886360" sldId="262"/>
        </pc:sldMkLst>
        <pc:spChg chg="mod">
          <ac:chgData name="Rudy Rose" userId="32928cb66e19dc98" providerId="LiveId" clId="{75E9E9E1-BFD1-42AE-9E87-DBC8C0895992}" dt="2021-07-09T05:11:57.985" v="4702" actId="20577"/>
          <ac:spMkLst>
            <pc:docMk/>
            <pc:sldMk cId="4143886360" sldId="262"/>
            <ac:spMk id="2" creationId="{15B44E84-4FC5-42CA-BE0A-FCB2A6B996F4}"/>
          </ac:spMkLst>
        </pc:spChg>
        <pc:spChg chg="mod">
          <ac:chgData name="Rudy Rose" userId="32928cb66e19dc98" providerId="LiveId" clId="{75E9E9E1-BFD1-42AE-9E87-DBC8C0895992}" dt="2021-08-27T05:02:55.963" v="6959" actId="20577"/>
          <ac:spMkLst>
            <pc:docMk/>
            <pc:sldMk cId="4143886360" sldId="262"/>
            <ac:spMk id="3" creationId="{69C75B4E-AD89-49DF-98D8-3200E937CC98}"/>
          </ac:spMkLst>
        </pc:spChg>
      </pc:sldChg>
      <pc:sldChg chg="modSp new mod">
        <pc:chgData name="Rudy Rose" userId="32928cb66e19dc98" providerId="LiveId" clId="{75E9E9E1-BFD1-42AE-9E87-DBC8C0895992}" dt="2021-08-27T05:02:00.530" v="6915" actId="20577"/>
        <pc:sldMkLst>
          <pc:docMk/>
          <pc:sldMk cId="3681445106" sldId="263"/>
        </pc:sldMkLst>
        <pc:spChg chg="mod">
          <ac:chgData name="Rudy Rose" userId="32928cb66e19dc98" providerId="LiveId" clId="{75E9E9E1-BFD1-42AE-9E87-DBC8C0895992}" dt="2021-07-10T17:19:18.857" v="5921" actId="20577"/>
          <ac:spMkLst>
            <pc:docMk/>
            <pc:sldMk cId="3681445106" sldId="263"/>
            <ac:spMk id="2" creationId="{AE252F34-1957-4299-9A57-AC900225C104}"/>
          </ac:spMkLst>
        </pc:spChg>
        <pc:spChg chg="mod">
          <ac:chgData name="Rudy Rose" userId="32928cb66e19dc98" providerId="LiveId" clId="{75E9E9E1-BFD1-42AE-9E87-DBC8C0895992}" dt="2021-08-27T05:02:00.530" v="6915" actId="20577"/>
          <ac:spMkLst>
            <pc:docMk/>
            <pc:sldMk cId="3681445106" sldId="263"/>
            <ac:spMk id="3" creationId="{127C9FEE-95E0-40DB-9AD9-680ED4ED8F1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4DDD-77B9-4CBE-85FE-6FC7545B2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09563-CD21-4B1F-BA8E-A3C84B86C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F20EB-2634-4FC4-9E4A-BFB8F9FD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6DB0B-B63D-4C05-841C-E2CD05C2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8C28C-CE23-4275-80D2-609FC054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2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A601-8BC0-4AB5-9791-7933C39F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4D44E-4B2E-4CF4-BF46-BFC9279F2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AE009-F2E8-45FF-8948-5880FF4C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A9BD-50E6-4D2E-ABFE-680E1B1ED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45446-A930-4177-8E44-4C8D0687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4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2089-0292-40E9-932D-839B043F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D1A20-E2FA-4D64-89C4-294167E58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E1AE-FE97-4491-A513-B25F0C7D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B1B8-4EAD-4F34-A4EE-CE3DD4FC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48527-106C-479A-B3CF-B6D13613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8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EA2-BC49-41CD-8C9B-D921C6A0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3435B-AB15-4972-839D-3B96B6DEC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026A5-C222-46D1-9103-6C0E161A8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43C78-0A7D-4445-B9D8-59353622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F74F7-823B-4A4D-AD7A-197B2551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E7B8-970D-435B-ABF7-61DF0B55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5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E35-9860-43FC-8086-8728EE0A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DEADF-5FE3-4D69-A553-98EC2B75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DF9AC-E461-424A-8399-88FB30711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16891-5B83-4FB1-AF54-7D0D7CA00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5AB6A-22AA-4577-B290-BE1B29774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FB9AF-19B0-4E9F-8178-F34FADDF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B0299-A60D-42F8-89FD-6912B047B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44418-C89E-4BDF-AC06-B7B8E9E4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9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CFAA-CD88-4906-8185-B4413979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3D61E-7942-4623-A487-C13DD948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E0E4D-D799-41DC-B339-608623E4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314A-006D-48E8-86F8-E96D9B2E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5DFA9-ADF8-4E16-AEA2-C5D7980C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630CC-413F-454B-AF8D-29695865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E46E4-FEC7-448C-8114-682004D1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2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F58D-53BD-428D-AA08-B5BA5AFB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EEDD6-7D13-468E-B45E-78586FBC2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5284D-64CB-4E45-B233-65A08C816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FCF89-98F0-4E43-BFFE-00E93244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FDD83-606D-4DAC-9ACE-08BB5BC2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EF4BD-55B1-4ECE-8D1B-3AC9B4D5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6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BD123-D474-4387-9037-B189BC6C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41A40-CE36-466B-9849-F6499FDE1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A4BE5-983D-4E10-AC0C-4E4514CC2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AB6CD-E607-4738-9452-9A2D7442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7938-3132-4598-8442-A89EE552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B5365-99A2-4887-A101-79B7BD9B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25B9-201C-42D0-B777-0BF1CB66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E42F7-E88D-4861-B7B7-E3834738C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7BBF3-852E-470A-AE30-BBDD920B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5E0A5-2E3E-4657-A947-0FD589ED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F3A4E-7368-48B2-8702-1B265AF6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AD45B0-4A09-4A6A-BE6D-72C5D3AEC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84FF5-FE09-4FDA-B824-178679313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9492B-C7E3-468F-9945-8AAFF451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C37E4-5D4D-45CB-B478-C2605FC3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3E1F-FA51-4BC3-9FC1-14550997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5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90FBE-7D0E-4CCD-943E-8D031E21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215BB-E886-4E31-8FD8-3A954BF85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22BE-5B62-4B10-A53E-CB6582EDC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E0DE5-D7F8-436F-BF76-DC1930DCF86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9802E-FF97-434C-AF32-47BB40D7B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CBCB-509D-4E5F-87A2-ABD1BC20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EA1E-86AD-4834-BA09-1D3F25B4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4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762F-8409-41BC-8B0A-36996E3EA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Tableau Why and How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5EC68-2807-439B-881F-2CD7B1172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is Tableau an important software package and how is it used</a:t>
            </a:r>
          </a:p>
        </p:txBody>
      </p:sp>
    </p:spTree>
    <p:extLst>
      <p:ext uri="{BB962C8B-B14F-4D97-AF65-F5344CB8AC3E}">
        <p14:creationId xmlns:p14="http://schemas.microsoft.com/office/powerpoint/2010/main" val="25978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1BFF-DF36-49A7-9A4B-D772D4D9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3D1A-4CA6-4F65-B115-C1FAA9FD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– alternatives to Tableau</a:t>
            </a:r>
          </a:p>
          <a:p>
            <a:r>
              <a:rPr lang="en-US" dirty="0"/>
              <a:t>Tableau – why learn it </a:t>
            </a:r>
          </a:p>
          <a:p>
            <a:r>
              <a:rPr lang="en-US" dirty="0"/>
              <a:t>How does Tableau work</a:t>
            </a:r>
          </a:p>
          <a:p>
            <a:r>
              <a:rPr lang="en-US" dirty="0"/>
              <a:t>Why am I teaching it this way</a:t>
            </a:r>
          </a:p>
          <a:p>
            <a:r>
              <a:rPr lang="en-US" dirty="0"/>
              <a:t>Wrap up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77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2F34-1957-4299-9A57-AC900225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Tableau (Alternatives to Tableau)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C9FEE-95E0-40DB-9AD9-680ED4ED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could draw all the graphs with Excel</a:t>
            </a:r>
          </a:p>
          <a:p>
            <a:r>
              <a:rPr lang="en-US" dirty="0"/>
              <a:t>You could do all the data analysis with Excel</a:t>
            </a:r>
          </a:p>
          <a:p>
            <a:r>
              <a:rPr lang="en-US" dirty="0"/>
              <a:t>There is other free Business Intelligence software</a:t>
            </a:r>
          </a:p>
          <a:p>
            <a:r>
              <a:rPr lang="en-US" dirty="0"/>
              <a:t>Google has a pretty good analytics tool aimed at web sites</a:t>
            </a:r>
          </a:p>
          <a:p>
            <a:r>
              <a:rPr lang="en-US" dirty="0"/>
              <a:t>There are other tools from major software companies that are challenging Tableau.</a:t>
            </a:r>
          </a:p>
          <a:p>
            <a:r>
              <a:rPr lang="en-US" dirty="0"/>
              <a:t>Tableau’s features and functions are included in other tools</a:t>
            </a:r>
          </a:p>
          <a:p>
            <a:r>
              <a:rPr lang="en-US" dirty="0"/>
              <a:t>Why Tableau? </a:t>
            </a:r>
          </a:p>
          <a:p>
            <a:pPr lvl="1"/>
            <a:r>
              <a:rPr lang="en-US" dirty="0"/>
              <a:t>Tableau and the others address the same business opportunities. </a:t>
            </a:r>
          </a:p>
        </p:txBody>
      </p:sp>
    </p:spTree>
    <p:extLst>
      <p:ext uri="{BB962C8B-B14F-4D97-AF65-F5344CB8AC3E}">
        <p14:creationId xmlns:p14="http://schemas.microsoft.com/office/powerpoint/2010/main" val="368144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4E84-4FC5-42CA-BE0A-FCB2A6B9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Tableau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75B4E-AD89-49DF-98D8-3200E937C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Tableau will help you do research</a:t>
            </a:r>
          </a:p>
          <a:p>
            <a:r>
              <a:rPr lang="en-US" dirty="0"/>
              <a:t>Tableau will assist in recognizing patterns</a:t>
            </a:r>
          </a:p>
          <a:p>
            <a:pPr lvl="1"/>
            <a:r>
              <a:rPr lang="en-US" dirty="0"/>
              <a:t>Use Tableau for hockey stats and investigate patterns. </a:t>
            </a:r>
          </a:p>
          <a:p>
            <a:r>
              <a:rPr lang="en-US" dirty="0"/>
              <a:t>Tableau will point out bad/incomplete data</a:t>
            </a:r>
          </a:p>
          <a:p>
            <a:r>
              <a:rPr lang="en-US" dirty="0"/>
              <a:t>Tableau has relationship database like characteristics</a:t>
            </a:r>
          </a:p>
          <a:p>
            <a:r>
              <a:rPr lang="en-US" dirty="0"/>
              <a:t>Tableau has Excel like capabilities</a:t>
            </a:r>
          </a:p>
          <a:p>
            <a:r>
              <a:rPr lang="en-US" dirty="0"/>
              <a:t>Salesforce has deep pockets and Tableau is another revenue stream for them. Putting better charting inside Salesforce would not have generated income. </a:t>
            </a:r>
          </a:p>
          <a:p>
            <a:r>
              <a:rPr lang="en-US" dirty="0"/>
              <a:t>The point is that Salesforce will keep improving Tableau and will keep defending its market share by features, discount pricing and training.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8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FA4C-8474-47B7-938F-1A405921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Tableau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26CB-F919-4CD7-B325-B74B88C72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Tableau is used in many companies as the base for reporting and analysis.</a:t>
            </a:r>
          </a:p>
          <a:p>
            <a:r>
              <a:rPr lang="en-US" dirty="0"/>
              <a:t>People do not need to be IT experts to use Tableau. </a:t>
            </a:r>
          </a:p>
          <a:p>
            <a:r>
              <a:rPr lang="en-US" dirty="0"/>
              <a:t>Many companies use Tableau to distill data into reports that allow different areas to filter the data to fit their interest.</a:t>
            </a:r>
          </a:p>
          <a:p>
            <a:r>
              <a:rPr lang="en-US" dirty="0"/>
              <a:t>Tableau allows people to drill down and ask other questions. </a:t>
            </a:r>
          </a:p>
          <a:p>
            <a:r>
              <a:rPr lang="en-US" dirty="0"/>
              <a:t>If you learn Tableau the other analytic tools will be simpler to learn.</a:t>
            </a:r>
          </a:p>
        </p:txBody>
      </p:sp>
    </p:spTree>
    <p:extLst>
      <p:ext uri="{BB962C8B-B14F-4D97-AF65-F5344CB8AC3E}">
        <p14:creationId xmlns:p14="http://schemas.microsoft.com/office/powerpoint/2010/main" val="218326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0471-7059-466D-97B5-4061C457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Tableau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5DE2-101D-4331-BEEF-4BCA3BA5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am not going to teach how Tableau works with one slide. </a:t>
            </a:r>
          </a:p>
          <a:p>
            <a:r>
              <a:rPr lang="en-US" dirty="0"/>
              <a:t>I will teach you with bursts of slides. </a:t>
            </a:r>
          </a:p>
          <a:p>
            <a:r>
              <a:rPr lang="en-US" dirty="0"/>
              <a:t>I am learning as I go. There will be gaps in what I know.</a:t>
            </a:r>
          </a:p>
          <a:p>
            <a:r>
              <a:rPr lang="en-US" dirty="0"/>
              <a:t>I am going to tell you some of the similarities with things you know. </a:t>
            </a:r>
          </a:p>
          <a:p>
            <a:r>
              <a:rPr lang="en-US" dirty="0"/>
              <a:t>Tableau has an SQL like component</a:t>
            </a:r>
          </a:p>
          <a:p>
            <a:r>
              <a:rPr lang="en-US" dirty="0"/>
              <a:t>Tableau has an easier to use charting system than Excel</a:t>
            </a:r>
          </a:p>
          <a:p>
            <a:r>
              <a:rPr lang="en-US" dirty="0"/>
              <a:t>Tableau basics are easy. But there are lots of bells and whistles that make it flexible. Flexibility equals complexity. </a:t>
            </a:r>
          </a:p>
          <a:p>
            <a:r>
              <a:rPr lang="en-US" dirty="0"/>
              <a:t>There are Tableau users, Tableau developers, and Tableau engineers. </a:t>
            </a:r>
          </a:p>
        </p:txBody>
      </p:sp>
    </p:spTree>
    <p:extLst>
      <p:ext uri="{BB962C8B-B14F-4D97-AF65-F5344CB8AC3E}">
        <p14:creationId xmlns:p14="http://schemas.microsoft.com/office/powerpoint/2010/main" val="240188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7654-CDD2-4F06-A4D7-9B17D002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am I teaching Tableau this way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5AA6-B25D-4F54-B75A-023201830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have experience with PowerPoint and using it for training people. </a:t>
            </a:r>
          </a:p>
          <a:p>
            <a:r>
              <a:rPr lang="en-US" dirty="0"/>
              <a:t>I will start with the basics and build on the basics</a:t>
            </a:r>
          </a:p>
          <a:p>
            <a:r>
              <a:rPr lang="en-US" dirty="0"/>
              <a:t>I want to break the lessons into easy to digest, short lessons. </a:t>
            </a:r>
          </a:p>
          <a:p>
            <a:r>
              <a:rPr lang="en-US" dirty="0"/>
              <a:t>I wanted to be able answer any questions you may have about the lesson. </a:t>
            </a:r>
          </a:p>
          <a:p>
            <a:r>
              <a:rPr lang="en-US" dirty="0"/>
              <a:t>I am learning as I go. I need to learn the basics to teach the basics.</a:t>
            </a:r>
          </a:p>
          <a:p>
            <a:r>
              <a:rPr lang="en-US" dirty="0"/>
              <a:t>It is my thinking that your St. Mary’s class will anticipate a certain understanding of Tableau and will teach you more about analysis and storytelling. If you know the basics it will be easier to absorb the lessons.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5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CCD4-1A1E-4439-82D1-80B7E787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0570-8679-46A6-A91E-6B228D4F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are going to install the product. </a:t>
            </a:r>
          </a:p>
          <a:p>
            <a:r>
              <a:rPr lang="en-US" dirty="0"/>
              <a:t>We are going to look at how to access data.</a:t>
            </a:r>
          </a:p>
          <a:p>
            <a:r>
              <a:rPr lang="en-US" dirty="0"/>
              <a:t>We are going to look at the basics of the interface.</a:t>
            </a:r>
          </a:p>
          <a:p>
            <a:r>
              <a:rPr lang="en-US" dirty="0"/>
              <a:t>We are going to work with simple data to explore the interface.</a:t>
            </a:r>
          </a:p>
          <a:p>
            <a:r>
              <a:rPr lang="en-US" dirty="0"/>
              <a:t>We are going to walk up thru more complex data that will include the relationship building.</a:t>
            </a:r>
          </a:p>
          <a:p>
            <a:r>
              <a:rPr lang="en-US" dirty="0"/>
              <a:t>Any questions you have we can stop and drill further in. </a:t>
            </a:r>
          </a:p>
          <a:p>
            <a:r>
              <a:rPr lang="en-US" dirty="0"/>
              <a:t>If I am unclear on a point stop me and I will go over it until you understand.</a:t>
            </a:r>
          </a:p>
          <a:p>
            <a:r>
              <a:rPr lang="en-US" dirty="0"/>
              <a:t>Remember I am new to Tableau. I may have to do a deeper dive to answer a question. Or I could be wrong. And typos are to </a:t>
            </a:r>
            <a:r>
              <a:rPr lang="en-US"/>
              <a:t>be expected. </a:t>
            </a:r>
            <a:endParaRPr lang="en-US" dirty="0"/>
          </a:p>
          <a:p>
            <a:r>
              <a:rPr lang="en-US" dirty="0"/>
              <a:t>Will this work for you?</a:t>
            </a:r>
          </a:p>
        </p:txBody>
      </p:sp>
    </p:spTree>
    <p:extLst>
      <p:ext uri="{BB962C8B-B14F-4D97-AF65-F5344CB8AC3E}">
        <p14:creationId xmlns:p14="http://schemas.microsoft.com/office/powerpoint/2010/main" val="354108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649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Tableau Why and How</vt:lpstr>
      <vt:lpstr>Agenda</vt:lpstr>
      <vt:lpstr>Why learn Tableau (Alternatives to Tableau)</vt:lpstr>
      <vt:lpstr>Why learn Tableau (1)</vt:lpstr>
      <vt:lpstr>Why learn Tableau (2)</vt:lpstr>
      <vt:lpstr>How does Tableau work</vt:lpstr>
      <vt:lpstr>Why am I teaching Tableau this way </vt:lpstr>
      <vt:lpstr>Wrap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Why and What</dc:title>
  <dc:creator>Rudy Rose</dc:creator>
  <cp:lastModifiedBy>Rudy Rose</cp:lastModifiedBy>
  <cp:revision>1</cp:revision>
  <dcterms:created xsi:type="dcterms:W3CDTF">2021-07-08T22:28:52Z</dcterms:created>
  <dcterms:modified xsi:type="dcterms:W3CDTF">2021-08-27T05:04:16Z</dcterms:modified>
</cp:coreProperties>
</file>